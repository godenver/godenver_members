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96c5ad29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96c5ad2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2e5b669b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2e5b669b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d665aff8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d665aff8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2e5b669b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2e5b669b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godenver" TargetMode="External"/><Relationship Id="rId4" Type="http://schemas.openxmlformats.org/officeDocument/2006/relationships/hyperlink" Target="https://github.com/godenver" TargetMode="External"/><Relationship Id="rId5" Type="http://schemas.openxmlformats.org/officeDocument/2006/relationships/hyperlink" Target="https://github.com/godenver" TargetMode="External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11702" y="744575"/>
            <a:ext cx="6082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Denver Gophers Meetup 2/26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11700" y="2834125"/>
            <a:ext cx="5997600" cy="21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Organizers: </a:t>
            </a:r>
            <a:r>
              <a:rPr lang="en"/>
              <a:t>Scott Carrington, Brendon Kay, Natasha Dykes, William Chadwick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WIFI: Padawan | welcometocode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Bathrooms: Either side of the kitchen</a:t>
            </a:r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9300" y="695050"/>
            <a:ext cx="2834700" cy="344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Tonight’s Agenda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71900" y="1791225"/>
            <a:ext cx="8222100" cy="32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Tonight’s Agenda</a:t>
            </a:r>
            <a:endParaRPr b="1"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6:30 – 6:40 – Kickoff &amp; Intros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Name, company/school, role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How long you’ve been using Go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What you’re building (or want to build) with Go​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6:40 – 7:30 – Feature Talk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Zach Collier – Coze: Real-world Go in production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Architecture, tradeoffs, lessons learned, etc..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7:30 – 7:45 – Q&amp;A &amp; Lightning Chat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Follow-up questions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Share wins, blockers, or tools you love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7:45 – Late – Social @ Improper City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200">
                <a:solidFill>
                  <a:srgbClr val="000000"/>
                </a:solidFill>
              </a:rPr>
              <a:t>Drinks, networking, and more Go war stories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&amp; Resources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59076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Go Denver GitHub: </a:t>
            </a:r>
            <a:endParaRPr sz="1200">
              <a:solidFill>
                <a:srgbClr val="000000"/>
              </a:solidFill>
              <a:uFill>
                <a:noFill/>
              </a:uFill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https://github.com/godenver</a:t>
            </a:r>
            <a:endParaRPr sz="1200" u="sng">
              <a:solidFill>
                <a:schemeClr val="hlink"/>
              </a:solidFill>
              <a:hlinkClick r:id="rId5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Central home for meetup resources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Add your own links, talks, and code via PRs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Goal: Every talk ends up here with slides, code, or notes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5" title="Screenshot 2026-02-07 at 10.40.15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9500" y="2137625"/>
            <a:ext cx="2459700" cy="2491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&amp; Resources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919075"/>
            <a:ext cx="59076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How to Get Involved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Propose a talk (any level: beginner to deep dive)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Share job postings or hiring needs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Suggest topics for future meetups (tooling, testing, performance, etc.)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 title="Screenshot 2025-08-04 at 3.30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125" y="213225"/>
            <a:ext cx="657237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