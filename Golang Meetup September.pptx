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96c5ad29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96c5ad29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2e5b669b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2e5b669b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ccd54b6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ccd54b6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ccd54b6a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ccd54b6a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ccd54b6a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ccd54b6a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ccd54b6a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ccd54b6a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ccd54b6a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ccd54b6a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ccd54b6a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ccd54b6a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ccd54b6a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ccd54b6a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ccd54b6a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ccd54b6a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ccd54b6a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ccd54b6a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ccd54b6a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ccd54b6a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2e5b669b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2e5b669b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godenver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11702" y="744575"/>
            <a:ext cx="6082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Denver Gophers Meetup 9/8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11700" y="2834125"/>
            <a:ext cx="5997600" cy="21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Organizers: </a:t>
            </a:r>
            <a:r>
              <a:rPr lang="en"/>
              <a:t>Scott Carrington, Brendon Kay, Natasha Dykes, William Chadwick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WIFI: Padawan | welcometocode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Bathrooms: Either side of the kitchen</a:t>
            </a:r>
            <a:endParaRPr/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9300" y="695050"/>
            <a:ext cx="2834700" cy="3445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Tonight’s Agenda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6:30 - 6:40 : Introductions: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Brief facts about yourself (Name, Company/School, Role, etc..)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long have you been using Go? What types of applications?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6:40 - 7:00 : Scott Carrington - Review of Survey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7:00 : Wrap-Up/Questions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7:15 : Social - Improper City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Misc Items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New github for the Meetup Group 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https://github.com/godenver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Feel free to create PR’s with any resources you think would be helpful for others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Working to get all presentations / slides into this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 Survey Results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090B"/>
                </a:solidFill>
              </a:rPr>
              <a:t>1. When is the last time you attended a Mile High Gophers Meetup?</a:t>
            </a:r>
            <a:endParaRPr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Other - 9.7%</a:t>
            </a:r>
            <a:endParaRPr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Within 1 Year - 27.3%</a:t>
            </a:r>
            <a:endParaRPr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Within 3 Months - 45.5%</a:t>
            </a:r>
            <a:endParaRPr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Within 5 Years - 18.2%</a:t>
            </a:r>
            <a:endParaRPr>
              <a:solidFill>
                <a:srgbClr val="09090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 Survey Results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090B"/>
                </a:solidFill>
              </a:rPr>
              <a:t>2. What are the main drivers for you attending the Mile High Gophers meetup?</a:t>
            </a:r>
            <a:endParaRPr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Networking / Friends - 81.8%</a:t>
            </a:r>
            <a:endParaRPr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Education 54.5%</a:t>
            </a:r>
            <a:endParaRPr>
              <a:solidFill>
                <a:srgbClr val="09090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 Survey Results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>
                <a:solidFill>
                  <a:srgbClr val="09090B"/>
                </a:solidFill>
              </a:rPr>
              <a:t>3. Activity/Topic Interest Rankings</a:t>
            </a:r>
            <a:endParaRPr>
              <a:solidFill>
                <a:srgbClr val="09090B"/>
              </a:solidFill>
            </a:endParaRPr>
          </a:p>
          <a:p>
            <a:pPr indent="-30416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9090B"/>
              </a:buClr>
              <a:buSzPts val="1190"/>
              <a:buChar char="●"/>
            </a:pPr>
            <a:r>
              <a:rPr lang="en" sz="1190">
                <a:solidFill>
                  <a:srgbClr val="09090B"/>
                </a:solidFill>
              </a:rPr>
              <a:t>Guest Speakers - 1.5</a:t>
            </a:r>
            <a:endParaRPr sz="1190">
              <a:solidFill>
                <a:srgbClr val="09090B"/>
              </a:solidFill>
            </a:endParaRPr>
          </a:p>
          <a:p>
            <a:pPr indent="-3041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190"/>
              <a:buChar char="●"/>
            </a:pPr>
            <a:r>
              <a:rPr lang="en" sz="1190">
                <a:solidFill>
                  <a:srgbClr val="09090B"/>
                </a:solidFill>
              </a:rPr>
              <a:t>Show &amp; Tell - 2.6</a:t>
            </a:r>
            <a:endParaRPr sz="1190">
              <a:solidFill>
                <a:srgbClr val="09090B"/>
              </a:solidFill>
            </a:endParaRPr>
          </a:p>
          <a:p>
            <a:pPr indent="-3041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190"/>
              <a:buChar char="●"/>
            </a:pPr>
            <a:r>
              <a:rPr lang="en" sz="1190">
                <a:solidFill>
                  <a:srgbClr val="09090B"/>
                </a:solidFill>
              </a:rPr>
              <a:t>Career Development - 3.6</a:t>
            </a:r>
            <a:endParaRPr sz="1190">
              <a:solidFill>
                <a:srgbClr val="09090B"/>
              </a:solidFill>
            </a:endParaRPr>
          </a:p>
          <a:p>
            <a:pPr indent="-3041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190"/>
              <a:buChar char="●"/>
            </a:pPr>
            <a:r>
              <a:rPr lang="en" sz="1190">
                <a:solidFill>
                  <a:srgbClr val="09090B"/>
                </a:solidFill>
              </a:rPr>
              <a:t>Hackathons - 4.1</a:t>
            </a:r>
            <a:endParaRPr sz="1190">
              <a:solidFill>
                <a:srgbClr val="09090B"/>
              </a:solidFill>
            </a:endParaRPr>
          </a:p>
          <a:p>
            <a:pPr indent="-3041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190"/>
              <a:buChar char="●"/>
            </a:pPr>
            <a:r>
              <a:rPr lang="en" sz="1190">
                <a:solidFill>
                  <a:srgbClr val="09090B"/>
                </a:solidFill>
              </a:rPr>
              <a:t>Collaborating/Dev on Open Source - 4.9</a:t>
            </a:r>
            <a:endParaRPr sz="1190">
              <a:solidFill>
                <a:srgbClr val="09090B"/>
              </a:solidFill>
            </a:endParaRPr>
          </a:p>
          <a:p>
            <a:pPr indent="-3041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190"/>
              <a:buChar char="●"/>
            </a:pPr>
            <a:r>
              <a:rPr lang="en" sz="1190">
                <a:solidFill>
                  <a:srgbClr val="09090B"/>
                </a:solidFill>
              </a:rPr>
              <a:t>Mentorship / Pair Programming - 5.4</a:t>
            </a:r>
            <a:endParaRPr sz="1190">
              <a:solidFill>
                <a:srgbClr val="09090B"/>
              </a:solidFill>
            </a:endParaRPr>
          </a:p>
          <a:p>
            <a:pPr indent="-3041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190"/>
              <a:buChar char="●"/>
            </a:pPr>
            <a:r>
              <a:rPr lang="en" sz="1190">
                <a:solidFill>
                  <a:srgbClr val="09090B"/>
                </a:solidFill>
              </a:rPr>
              <a:t>Game Nights / Social Coding - 5.9</a:t>
            </a:r>
            <a:endParaRPr sz="1190">
              <a:solidFill>
                <a:srgbClr val="09090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 Survey Results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50">
                <a:solidFill>
                  <a:srgbClr val="09090B"/>
                </a:solidFill>
              </a:rPr>
              <a:t>4. What Go-related subjects would you like to see presented?</a:t>
            </a:r>
            <a:endParaRPr sz="3250">
              <a:solidFill>
                <a:srgbClr val="09090B"/>
              </a:solidFill>
            </a:endParaRPr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Clr>
                <a:srgbClr val="09090B"/>
              </a:buClr>
              <a:buSzPct val="100000"/>
              <a:buChar char="●"/>
            </a:pPr>
            <a:r>
              <a:rPr lang="en">
                <a:solidFill>
                  <a:srgbClr val="09090B"/>
                </a:solidFill>
              </a:rPr>
              <a:t>"Learning about things that help me be a better engineer: logging, interesting libraries, build tools and systems, etc. I’m new to the golang ecosystem and don’t have a chance to use it at work yet. "</a:t>
            </a:r>
            <a:endParaRPr>
              <a:solidFill>
                <a:srgbClr val="09090B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ct val="100000"/>
              <a:buChar char="●"/>
            </a:pPr>
            <a:r>
              <a:rPr lang="en">
                <a:solidFill>
                  <a:srgbClr val="09090B"/>
                </a:solidFill>
              </a:rPr>
              <a:t>"I’m hoping to see contributing to open source, haven’t seen one since Boltdb creator came to a meetup"</a:t>
            </a:r>
            <a:endParaRPr>
              <a:solidFill>
                <a:srgbClr val="09090B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ct val="100000"/>
              <a:buChar char="●"/>
            </a:pPr>
            <a:r>
              <a:rPr lang="en">
                <a:solidFill>
                  <a:srgbClr val="09090B"/>
                </a:solidFill>
              </a:rPr>
              <a:t>"I'd like to keep doing what we're doing and maybe add more. If we can get sponsorship, I think food and drinks/beer would be great."</a:t>
            </a:r>
            <a:endParaRPr>
              <a:solidFill>
                <a:srgbClr val="09090B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ct val="100000"/>
              <a:buChar char="●"/>
            </a:pPr>
            <a:r>
              <a:rPr lang="en">
                <a:solidFill>
                  <a:srgbClr val="09090B"/>
                </a:solidFill>
              </a:rPr>
              <a:t>"Interested scenarios of using Go in the real world. Learning sessions on Go features especially newer capabilities."</a:t>
            </a:r>
            <a:endParaRPr>
              <a:solidFill>
                <a:srgbClr val="09090B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ct val="100000"/>
              <a:buChar char="●"/>
            </a:pPr>
            <a:r>
              <a:rPr lang="en">
                <a:solidFill>
                  <a:srgbClr val="09090B"/>
                </a:solidFill>
              </a:rPr>
              <a:t>"Discussion of go practices, language features, foot gun avoidance."</a:t>
            </a:r>
            <a:endParaRPr>
              <a:solidFill>
                <a:srgbClr val="09090B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ct val="100000"/>
              <a:buChar char="●"/>
            </a:pPr>
            <a:r>
              <a:rPr lang="en">
                <a:solidFill>
                  <a:srgbClr val="09090B"/>
                </a:solidFill>
              </a:rPr>
              <a:t>"Less focus on presentations, perhaps a lightning talk. More focus on networking. "</a:t>
            </a:r>
            <a:endParaRPr>
              <a:solidFill>
                <a:srgbClr val="09090B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ct val="100000"/>
              <a:buChar char="●"/>
            </a:pPr>
            <a:r>
              <a:rPr lang="en">
                <a:solidFill>
                  <a:srgbClr val="09090B"/>
                </a:solidFill>
              </a:rPr>
              <a:t>"Latest features of golang (prob some of us haven’t used it a ton last 3-4 years); comparisons of frameworks or golang vs other languages"</a:t>
            </a:r>
            <a:endParaRPr>
              <a:solidFill>
                <a:srgbClr val="09090B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ct val="100000"/>
              <a:buChar char="●"/>
            </a:pPr>
            <a:r>
              <a:rPr lang="en">
                <a:solidFill>
                  <a:srgbClr val="09090B"/>
                </a:solidFill>
              </a:rPr>
              <a:t>"Presentations about real world stuff."</a:t>
            </a:r>
            <a:endParaRPr>
              <a:solidFill>
                <a:srgbClr val="09090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 Survey Results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>
                <a:solidFill>
                  <a:srgbClr val="09090B"/>
                </a:solidFill>
              </a:rPr>
              <a:t>5. Any feedback on the content format or style of presentations?</a:t>
            </a:r>
            <a:endParaRPr sz="2550"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"Book recommendation for meetup organizers: The Art of Gathering "</a:t>
            </a:r>
            <a:endParaRPr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"Not right now. But I like them a lot"</a:t>
            </a:r>
            <a:endParaRPr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"The location is very far for me. Somewhere in DTC is more doable."</a:t>
            </a:r>
            <a:endParaRPr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"Either one shorter presentation (15-20m) and one longer (30-45), or two shorter work. Better than ones that run long."</a:t>
            </a:r>
            <a:endParaRPr>
              <a:solidFill>
                <a:srgbClr val="09090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 Survey Results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090B"/>
                </a:solidFill>
              </a:rPr>
              <a:t>6. Which areas of Denver would be most convenient for you to attend meetups?</a:t>
            </a:r>
            <a:endParaRPr sz="2550"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Downtown Denver (36.4%)</a:t>
            </a:r>
            <a:endParaRPr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Southern Denver (36.4%)</a:t>
            </a:r>
            <a:endParaRPr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Northern Denver (27.3%)</a:t>
            </a:r>
            <a:endParaRPr>
              <a:solidFill>
                <a:srgbClr val="09090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 Survey Results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090B"/>
                </a:solidFill>
              </a:rPr>
              <a:t>7. How important is having food and alcoholic beverages at meetups?</a:t>
            </a:r>
            <a:endParaRPr sz="2550"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Somewhat Important</a:t>
            </a:r>
            <a:r>
              <a:rPr lang="en">
                <a:solidFill>
                  <a:srgbClr val="09090B"/>
                </a:solidFill>
              </a:rPr>
              <a:t> (36.4%)</a:t>
            </a:r>
            <a:endParaRPr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Not So Important (36.4%)</a:t>
            </a:r>
            <a:endParaRPr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Not At All Important (27.3%)</a:t>
            </a:r>
            <a:endParaRPr>
              <a:solidFill>
                <a:srgbClr val="09090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 Survey Results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090B"/>
                </a:solidFill>
              </a:rPr>
              <a:t>8. How important is it to continue socializing outside the meetup with alcoholic beverages?</a:t>
            </a:r>
            <a:endParaRPr sz="2550"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Somewhat Important (45.5%)</a:t>
            </a:r>
            <a:endParaRPr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Not So Important (27.3%)</a:t>
            </a:r>
            <a:endParaRPr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Not At All Important (27.3%)</a:t>
            </a:r>
            <a:endParaRPr>
              <a:solidFill>
                <a:srgbClr val="09090B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 Survey Results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090B"/>
                </a:solidFill>
              </a:rPr>
              <a:t>9. What are the main barriers that prevent you from attending meetups?</a:t>
            </a:r>
            <a:endParaRPr sz="2550"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Location (36.4%)</a:t>
            </a:r>
            <a:endParaRPr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Time (27.3%)</a:t>
            </a:r>
            <a:endParaRPr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Content (18.2%)</a:t>
            </a:r>
            <a:endParaRPr>
              <a:solidFill>
                <a:srgbClr val="09090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9090B"/>
              </a:buClr>
              <a:buSzPts val="1800"/>
              <a:buChar char="●"/>
            </a:pPr>
            <a:r>
              <a:rPr lang="en">
                <a:solidFill>
                  <a:srgbClr val="09090B"/>
                </a:solidFill>
              </a:rPr>
              <a:t>Other (18.2%)</a:t>
            </a:r>
            <a:endParaRPr>
              <a:solidFill>
                <a:srgbClr val="09090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"Schedule conflicts, but frankly Monday is the best. Seems like every group tried to meet up on Tuesdays and Thursdays"</a:t>
            </a:r>
            <a:endParaRPr sz="11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9090B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 Survey Results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090B"/>
                </a:solidFill>
              </a:rPr>
              <a:t>10. What suggestions do you have to help increase attendance at meetups?</a:t>
            </a:r>
            <a:endParaRPr sz="2550">
              <a:solidFill>
                <a:srgbClr val="09090B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"Personally Monday's are hard for me for meetups, Tues-Thurs could be better, especially if downtown, a lot of hybrid folks commute to the office in the middle of the week."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"Build momentum - announce early, remind folks in the weeks leading up. Find a way to build excitement - guest speakers, giveaways, etc. May take a few Meetups to reignite the spark."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"Move from Monday nights."</a:t>
            </a:r>
            <a:endParaRPr sz="1100"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6" title="Screenshot 2025-08-04 at 3.30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125" y="213225"/>
            <a:ext cx="6572373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