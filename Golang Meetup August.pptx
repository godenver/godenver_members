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embeddedFontLst>
    <p:embeddedFont>
      <p:font typeface="Roboto"/>
      <p:regular r:id="rId10"/>
      <p:bold r:id="rId11"/>
      <p:italic r:id="rId12"/>
      <p:boldItalic r:id="rId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Roboto-bold.fntdata"/><Relationship Id="rId10" Type="http://schemas.openxmlformats.org/officeDocument/2006/relationships/font" Target="fonts/Roboto-regular.fntdata"/><Relationship Id="rId13" Type="http://schemas.openxmlformats.org/officeDocument/2006/relationships/font" Target="fonts/Roboto-boldItalic.fntdata"/><Relationship Id="rId12" Type="http://schemas.openxmlformats.org/officeDocument/2006/relationships/font" Target="fonts/Roboto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696c5ad293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696c5ad293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72e5b669be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72e5b669be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72e5b669be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72e5b669be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fmla="val 16667" name="adj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5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 flipH="1" rot="10800000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6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7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9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/>
        </p:nvSpPr>
        <p:spPr>
          <a:xfrm flipH="1" rot="10800000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0"/>
          <p:cNvSpPr/>
          <p:nvPr/>
        </p:nvSpPr>
        <p:spPr>
          <a:xfrm flipH="1" rot="10800000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0"/>
          <p:cNvSpPr txBox="1"/>
          <p:nvPr>
            <p:ph idx="1" type="body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56" name="Google Shape;56;p1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4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/>
          <p:nvPr>
            <p:ph hasCustomPrompt="1" type="title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1"/>
          <p:cNvSpPr txBox="1"/>
          <p:nvPr>
            <p:ph idx="1" type="body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4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www.youtube.com/watch?v=7_h9iT672HQ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github.com/godenver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/>
          <p:nvPr>
            <p:ph type="ctrTitle"/>
          </p:nvPr>
        </p:nvSpPr>
        <p:spPr>
          <a:xfrm>
            <a:off x="311702" y="744575"/>
            <a:ext cx="60828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Denver Gophers Meetup 8/4</a:t>
            </a:r>
            <a:endParaRPr/>
          </a:p>
        </p:txBody>
      </p:sp>
      <p:sp>
        <p:nvSpPr>
          <p:cNvPr id="68" name="Google Shape;68;p13"/>
          <p:cNvSpPr txBox="1"/>
          <p:nvPr>
            <p:ph idx="1" type="subTitle"/>
          </p:nvPr>
        </p:nvSpPr>
        <p:spPr>
          <a:xfrm>
            <a:off x="311700" y="2834125"/>
            <a:ext cx="5997600" cy="214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Organizers: </a:t>
            </a:r>
            <a:r>
              <a:rPr lang="en"/>
              <a:t>Scott Carrington, Brendon Kay, Natasha Dykes, William Chadwick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WIFI: Padawan | welcometocode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Bathrooms: Either side of the kitchen</a:t>
            </a:r>
            <a:endParaRPr/>
          </a:p>
        </p:txBody>
      </p:sp>
      <p:pic>
        <p:nvPicPr>
          <p:cNvPr id="69" name="Google Shape;69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09300" y="695050"/>
            <a:ext cx="2834700" cy="34455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Tonight’s Agenda</a:t>
            </a:r>
            <a:endParaRPr/>
          </a:p>
        </p:txBody>
      </p:sp>
      <p:sp>
        <p:nvSpPr>
          <p:cNvPr id="75" name="Google Shape;75;p1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6:30 - 6:40 : Introductions: </a:t>
            </a:r>
            <a:endParaRPr/>
          </a:p>
          <a:p>
            <a:pPr indent="-334327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Brief facts about yourself (Name, Company/School, Role, etc..)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How long have you been using Go? What types of applications?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6:40 - 6:55 : Scott Carrington - Examples of Go Project Structures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6:55 - 7:25 : Keith Randall - Interface Internals (</a:t>
            </a:r>
            <a:r>
              <a:rPr lang="en" u="sng">
                <a:solidFill>
                  <a:schemeClr val="hlink"/>
                </a:solidFill>
                <a:hlinkClick r:id="rId3"/>
              </a:rPr>
              <a:t>GopherCon2024</a:t>
            </a:r>
            <a:r>
              <a:rPr lang="en"/>
              <a:t>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7:25 : Wrap-Up/Questions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7:30 : Social - Improper City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Misc Items</a:t>
            </a:r>
            <a:endParaRPr/>
          </a:p>
        </p:txBody>
      </p:sp>
      <p:sp>
        <p:nvSpPr>
          <p:cNvPr id="81" name="Google Shape;81;p15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Survey will be going out in the next 2 weeks for group feedback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New github for the Meetup Group -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https://github.com/godenver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Feel free to create PR’s with any resources you think would be helpful for others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Working to get all presentations / slides into this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16" title="Screenshot 2025-08-04 at 3.30.17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47125" y="213225"/>
            <a:ext cx="6572373" cy="48387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1A237E"/>
      </a:accent5>
      <a:accent6>
        <a:srgbClr val="F4B400"/>
      </a:accent6>
      <a:hlink>
        <a:srgbClr val="1A237E"/>
      </a:hlink>
      <a:folHlink>
        <a:srgbClr val="1A237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